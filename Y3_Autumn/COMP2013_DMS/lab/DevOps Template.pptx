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7" r:id="rId3"/>
    <p:sldId id="257" r:id="rId4"/>
    <p:sldId id="262" r:id="rId5"/>
    <p:sldId id="258" r:id="rId6"/>
    <p:sldId id="259" r:id="rId7"/>
    <p:sldId id="260" r:id="rId8"/>
    <p:sldId id="261" r:id="rId9"/>
    <p:sldId id="263" r:id="rId10"/>
    <p:sldId id="264"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45369D-D5F1-9D44-9B61-F0B0713F9A18}" v="9" dt="2025-10-05T11:09:46.1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0"/>
  </p:normalViewPr>
  <p:slideViewPr>
    <p:cSldViewPr snapToGrid="0">
      <p:cViewPr varScale="1">
        <p:scale>
          <a:sx n="111" d="100"/>
          <a:sy n="111" d="100"/>
        </p:scale>
        <p:origin x="656"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 Ho" userId="S::psxkh1@nottingham.ac.uk::4b821440-b1ff-43ad-8d9f-435232abac32" providerId="AD" clId="Web-{C0745E38-DE72-452D-8A35-43AAF03CB71D}"/>
    <pc:docChg chg="modSld">
      <pc:chgData name="Ken Ho" userId="S::psxkh1@nottingham.ac.uk::4b821440-b1ff-43ad-8d9f-435232abac32" providerId="AD" clId="Web-{C0745E38-DE72-452D-8A35-43AAF03CB71D}" dt="2025-10-05T16:36:30.154" v="8" actId="20577"/>
      <pc:docMkLst>
        <pc:docMk/>
      </pc:docMkLst>
      <pc:sldChg chg="modSp">
        <pc:chgData name="Ken Ho" userId="S::psxkh1@nottingham.ac.uk::4b821440-b1ff-43ad-8d9f-435232abac32" providerId="AD" clId="Web-{C0745E38-DE72-452D-8A35-43AAF03CB71D}" dt="2025-10-05T16:36:09.310" v="1" actId="20577"/>
        <pc:sldMkLst>
          <pc:docMk/>
          <pc:sldMk cId="3625125809" sldId="261"/>
        </pc:sldMkLst>
        <pc:spChg chg="mod">
          <ac:chgData name="Ken Ho" userId="S::psxkh1@nottingham.ac.uk::4b821440-b1ff-43ad-8d9f-435232abac32" providerId="AD" clId="Web-{C0745E38-DE72-452D-8A35-43AAF03CB71D}" dt="2025-10-05T16:36:09.310" v="1" actId="20577"/>
          <ac:spMkLst>
            <pc:docMk/>
            <pc:sldMk cId="3625125809" sldId="261"/>
            <ac:spMk id="2" creationId="{285D9BBB-CDEB-ABDA-A79E-7402DADFE450}"/>
          </ac:spMkLst>
        </pc:spChg>
      </pc:sldChg>
      <pc:sldChg chg="modSp">
        <pc:chgData name="Ken Ho" userId="S::psxkh1@nottingham.ac.uk::4b821440-b1ff-43ad-8d9f-435232abac32" providerId="AD" clId="Web-{C0745E38-DE72-452D-8A35-43AAF03CB71D}" dt="2025-10-05T16:36:13.529" v="2" actId="20577"/>
        <pc:sldMkLst>
          <pc:docMk/>
          <pc:sldMk cId="4107619827" sldId="263"/>
        </pc:sldMkLst>
        <pc:spChg chg="mod">
          <ac:chgData name="Ken Ho" userId="S::psxkh1@nottingham.ac.uk::4b821440-b1ff-43ad-8d9f-435232abac32" providerId="AD" clId="Web-{C0745E38-DE72-452D-8A35-43AAF03CB71D}" dt="2025-10-05T16:36:13.529" v="2" actId="20577"/>
          <ac:spMkLst>
            <pc:docMk/>
            <pc:sldMk cId="4107619827" sldId="263"/>
            <ac:spMk id="2" creationId="{809D79D0-024C-2EE3-AFD1-9F8D4E796A1F}"/>
          </ac:spMkLst>
        </pc:spChg>
      </pc:sldChg>
      <pc:sldChg chg="modSp">
        <pc:chgData name="Ken Ho" userId="S::psxkh1@nottingham.ac.uk::4b821440-b1ff-43ad-8d9f-435232abac32" providerId="AD" clId="Web-{C0745E38-DE72-452D-8A35-43AAF03CB71D}" dt="2025-10-05T16:36:19.779" v="4" actId="20577"/>
        <pc:sldMkLst>
          <pc:docMk/>
          <pc:sldMk cId="3282085573" sldId="264"/>
        </pc:sldMkLst>
        <pc:spChg chg="mod">
          <ac:chgData name="Ken Ho" userId="S::psxkh1@nottingham.ac.uk::4b821440-b1ff-43ad-8d9f-435232abac32" providerId="AD" clId="Web-{C0745E38-DE72-452D-8A35-43AAF03CB71D}" dt="2025-10-05T16:36:19.779" v="4" actId="20577"/>
          <ac:spMkLst>
            <pc:docMk/>
            <pc:sldMk cId="3282085573" sldId="264"/>
            <ac:spMk id="2" creationId="{C9D11FB6-24BC-CF75-5EEE-B8FD006B2D87}"/>
          </ac:spMkLst>
        </pc:spChg>
      </pc:sldChg>
      <pc:sldChg chg="modSp">
        <pc:chgData name="Ken Ho" userId="S::psxkh1@nottingham.ac.uk::4b821440-b1ff-43ad-8d9f-435232abac32" providerId="AD" clId="Web-{C0745E38-DE72-452D-8A35-43AAF03CB71D}" dt="2025-10-05T16:36:24.342" v="6" actId="20577"/>
        <pc:sldMkLst>
          <pc:docMk/>
          <pc:sldMk cId="1844447439" sldId="265"/>
        </pc:sldMkLst>
        <pc:spChg chg="mod">
          <ac:chgData name="Ken Ho" userId="S::psxkh1@nottingham.ac.uk::4b821440-b1ff-43ad-8d9f-435232abac32" providerId="AD" clId="Web-{C0745E38-DE72-452D-8A35-43AAF03CB71D}" dt="2025-10-05T16:36:24.342" v="6" actId="20577"/>
          <ac:spMkLst>
            <pc:docMk/>
            <pc:sldMk cId="1844447439" sldId="265"/>
            <ac:spMk id="2" creationId="{24460DBA-C88E-0581-9DD6-27A355E53F38}"/>
          </ac:spMkLst>
        </pc:spChg>
      </pc:sldChg>
      <pc:sldChg chg="modSp">
        <pc:chgData name="Ken Ho" userId="S::psxkh1@nottingham.ac.uk::4b821440-b1ff-43ad-8d9f-435232abac32" providerId="AD" clId="Web-{C0745E38-DE72-452D-8A35-43AAF03CB71D}" dt="2025-10-05T16:36:30.154" v="8" actId="20577"/>
        <pc:sldMkLst>
          <pc:docMk/>
          <pc:sldMk cId="3779553921" sldId="266"/>
        </pc:sldMkLst>
        <pc:spChg chg="mod">
          <ac:chgData name="Ken Ho" userId="S::psxkh1@nottingham.ac.uk::4b821440-b1ff-43ad-8d9f-435232abac32" providerId="AD" clId="Web-{C0745E38-DE72-452D-8A35-43AAF03CB71D}" dt="2025-10-05T16:36:30.154" v="8" actId="20577"/>
          <ac:spMkLst>
            <pc:docMk/>
            <pc:sldMk cId="3779553921" sldId="266"/>
            <ac:spMk id="2" creationId="{4A255E5C-FF22-1CCE-D0FF-BA681B044512}"/>
          </ac:spMkLst>
        </pc:spChg>
      </pc:sldChg>
    </pc:docChg>
  </pc:docChgLst>
  <pc:docChgLst>
    <pc:chgData name="Ken Ho" userId="S::psxkh1@nottingham.ac.uk::4b821440-b1ff-43ad-8d9f-435232abac32" providerId="AD" clId="Web-{9EE16A28-7C70-AE86-0CC9-AE0A6F4B62C9}"/>
    <pc:docChg chg="modSld">
      <pc:chgData name="Ken Ho" userId="S::psxkh1@nottingham.ac.uk::4b821440-b1ff-43ad-8d9f-435232abac32" providerId="AD" clId="Web-{9EE16A28-7C70-AE86-0CC9-AE0A6F4B62C9}" dt="2025-10-05T18:19:56.932" v="11" actId="20577"/>
      <pc:docMkLst>
        <pc:docMk/>
      </pc:docMkLst>
      <pc:sldChg chg="modSp">
        <pc:chgData name="Ken Ho" userId="S::psxkh1@nottingham.ac.uk::4b821440-b1ff-43ad-8d9f-435232abac32" providerId="AD" clId="Web-{9EE16A28-7C70-AE86-0CC9-AE0A6F4B62C9}" dt="2025-10-05T18:19:27.228" v="5" actId="20577"/>
        <pc:sldMkLst>
          <pc:docMk/>
          <pc:sldMk cId="1844447439" sldId="265"/>
        </pc:sldMkLst>
        <pc:spChg chg="mod">
          <ac:chgData name="Ken Ho" userId="S::psxkh1@nottingham.ac.uk::4b821440-b1ff-43ad-8d9f-435232abac32" providerId="AD" clId="Web-{9EE16A28-7C70-AE86-0CC9-AE0A6F4B62C9}" dt="2025-10-05T18:19:27.228" v="5" actId="20577"/>
          <ac:spMkLst>
            <pc:docMk/>
            <pc:sldMk cId="1844447439" sldId="265"/>
            <ac:spMk id="3" creationId="{443398FA-CA6A-C83F-B671-84965471FEC1}"/>
          </ac:spMkLst>
        </pc:spChg>
      </pc:sldChg>
      <pc:sldChg chg="modSp">
        <pc:chgData name="Ken Ho" userId="S::psxkh1@nottingham.ac.uk::4b821440-b1ff-43ad-8d9f-435232abac32" providerId="AD" clId="Web-{9EE16A28-7C70-AE86-0CC9-AE0A6F4B62C9}" dt="2025-10-05T18:19:56.932" v="11" actId="20577"/>
        <pc:sldMkLst>
          <pc:docMk/>
          <pc:sldMk cId="3779553921" sldId="266"/>
        </pc:sldMkLst>
        <pc:spChg chg="mod">
          <ac:chgData name="Ken Ho" userId="S::psxkh1@nottingham.ac.uk::4b821440-b1ff-43ad-8d9f-435232abac32" providerId="AD" clId="Web-{9EE16A28-7C70-AE86-0CC9-AE0A6F4B62C9}" dt="2025-10-05T18:19:56.932" v="11" actId="20577"/>
          <ac:spMkLst>
            <pc:docMk/>
            <pc:sldMk cId="3779553921" sldId="266"/>
            <ac:spMk id="3" creationId="{99AECEB6-FC74-C657-9EC1-63D3C049FAA6}"/>
          </ac:spMkLst>
        </pc:spChg>
      </pc:sldChg>
    </pc:docChg>
  </pc:docChgLst>
  <pc:docChgLst>
    <pc:chgData name="Marjahan Begum (staff)" userId="b8c8c62a-848a-4d7c-bc67-52b8b1fc8e4a" providerId="ADAL" clId="{733C0CC6-6B93-5187-982C-31BCD9DE9AB1}"/>
    <pc:docChg chg="custSel addSld modSld">
      <pc:chgData name="Marjahan Begum (staff)" userId="b8c8c62a-848a-4d7c-bc67-52b8b1fc8e4a" providerId="ADAL" clId="{733C0CC6-6B93-5187-982C-31BCD9DE9AB1}" dt="2025-10-06T19:52:34.797" v="241" actId="20577"/>
      <pc:docMkLst>
        <pc:docMk/>
      </pc:docMkLst>
      <pc:sldChg chg="modSp new mod">
        <pc:chgData name="Marjahan Begum (staff)" userId="b8c8c62a-848a-4d7c-bc67-52b8b1fc8e4a" providerId="ADAL" clId="{733C0CC6-6B93-5187-982C-31BCD9DE9AB1}" dt="2025-10-06T19:52:34.797" v="241" actId="20577"/>
        <pc:sldMkLst>
          <pc:docMk/>
          <pc:sldMk cId="2666709440" sldId="267"/>
        </pc:sldMkLst>
        <pc:spChg chg="mod">
          <ac:chgData name="Marjahan Begum (staff)" userId="b8c8c62a-848a-4d7c-bc67-52b8b1fc8e4a" providerId="ADAL" clId="{733C0CC6-6B93-5187-982C-31BCD9DE9AB1}" dt="2025-10-06T19:47:05.249" v="12" actId="20577"/>
          <ac:spMkLst>
            <pc:docMk/>
            <pc:sldMk cId="2666709440" sldId="267"/>
            <ac:spMk id="2" creationId="{09F76421-231F-6A54-CB23-DA3BD828E121}"/>
          </ac:spMkLst>
        </pc:spChg>
        <pc:spChg chg="mod">
          <ac:chgData name="Marjahan Begum (staff)" userId="b8c8c62a-848a-4d7c-bc67-52b8b1fc8e4a" providerId="ADAL" clId="{733C0CC6-6B93-5187-982C-31BCD9DE9AB1}" dt="2025-10-06T19:52:34.797" v="241" actId="20577"/>
          <ac:spMkLst>
            <pc:docMk/>
            <pc:sldMk cId="2666709440" sldId="267"/>
            <ac:spMk id="3" creationId="{15694334-0411-8B98-77FF-5C335CD9CF6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C16C3-E9D4-684E-CEA3-4D81EF55E35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069C750C-C3C5-955F-B256-6EC0656498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83565C6-0A8C-BDC8-44F2-10E317405854}"/>
              </a:ext>
            </a:extLst>
          </p:cNvPr>
          <p:cNvSpPr>
            <a:spLocks noGrp="1"/>
          </p:cNvSpPr>
          <p:nvPr>
            <p:ph type="dt" sz="half" idx="10"/>
          </p:nvPr>
        </p:nvSpPr>
        <p:spPr/>
        <p:txBody>
          <a:bodyPr/>
          <a:lstStyle/>
          <a:p>
            <a:fld id="{240B9575-D8B6-0147-8973-71779B94D1B0}" type="datetimeFigureOut">
              <a:rPr lang="en-US" smtClean="0"/>
              <a:t>10/8/26</a:t>
            </a:fld>
            <a:endParaRPr lang="en-US"/>
          </a:p>
        </p:txBody>
      </p:sp>
      <p:sp>
        <p:nvSpPr>
          <p:cNvPr id="5" name="Footer Placeholder 4">
            <a:extLst>
              <a:ext uri="{FF2B5EF4-FFF2-40B4-BE49-F238E27FC236}">
                <a16:creationId xmlns:a16="http://schemas.microsoft.com/office/drawing/2014/main" id="{BB610DAC-B666-27EC-0493-5FA0AC618B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139F4-17D9-B78B-D993-65026F7DA9C5}"/>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1575012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2AB60-9D75-5A04-D69C-5B210535ADC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35C28F6-A99A-492B-ACD9-A575DD049B3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C0B21BF-3616-7CB0-78F3-2CF993C64D33}"/>
              </a:ext>
            </a:extLst>
          </p:cNvPr>
          <p:cNvSpPr>
            <a:spLocks noGrp="1"/>
          </p:cNvSpPr>
          <p:nvPr>
            <p:ph type="dt" sz="half" idx="10"/>
          </p:nvPr>
        </p:nvSpPr>
        <p:spPr/>
        <p:txBody>
          <a:bodyPr/>
          <a:lstStyle/>
          <a:p>
            <a:fld id="{240B9575-D8B6-0147-8973-71779B94D1B0}" type="datetimeFigureOut">
              <a:rPr lang="en-US" smtClean="0"/>
              <a:t>10/8/26</a:t>
            </a:fld>
            <a:endParaRPr lang="en-US"/>
          </a:p>
        </p:txBody>
      </p:sp>
      <p:sp>
        <p:nvSpPr>
          <p:cNvPr id="5" name="Footer Placeholder 4">
            <a:extLst>
              <a:ext uri="{FF2B5EF4-FFF2-40B4-BE49-F238E27FC236}">
                <a16:creationId xmlns:a16="http://schemas.microsoft.com/office/drawing/2014/main" id="{EF59995E-0593-9853-8F6F-20E7468631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CB4A2D-4FE0-64D5-C16F-C214D627E301}"/>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2995841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DD3B3-FA74-E392-68C4-EC69EAAC533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705A364-00B0-67A3-8230-A5899977C1A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46EF9F4-CD94-6140-3A6A-005B0F39DBA2}"/>
              </a:ext>
            </a:extLst>
          </p:cNvPr>
          <p:cNvSpPr>
            <a:spLocks noGrp="1"/>
          </p:cNvSpPr>
          <p:nvPr>
            <p:ph type="dt" sz="half" idx="10"/>
          </p:nvPr>
        </p:nvSpPr>
        <p:spPr/>
        <p:txBody>
          <a:bodyPr/>
          <a:lstStyle/>
          <a:p>
            <a:fld id="{240B9575-D8B6-0147-8973-71779B94D1B0}" type="datetimeFigureOut">
              <a:rPr lang="en-US" smtClean="0"/>
              <a:t>10/8/26</a:t>
            </a:fld>
            <a:endParaRPr lang="en-US"/>
          </a:p>
        </p:txBody>
      </p:sp>
      <p:sp>
        <p:nvSpPr>
          <p:cNvPr id="5" name="Footer Placeholder 4">
            <a:extLst>
              <a:ext uri="{FF2B5EF4-FFF2-40B4-BE49-F238E27FC236}">
                <a16:creationId xmlns:a16="http://schemas.microsoft.com/office/drawing/2014/main" id="{B1039264-7119-3BD0-2682-E227F8859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F61736-3791-1C9B-6567-0964308633AD}"/>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2533561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DCA55-5186-5744-1AB2-3A8E4921DD5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A5C4B1B-E74B-4600-C026-39B69ED92B8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968C55E4-1E19-46E5-8995-0B22E2A887C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36685F0-B1E6-6F5A-7CD4-1C0DC98E2C8F}"/>
              </a:ext>
            </a:extLst>
          </p:cNvPr>
          <p:cNvSpPr>
            <a:spLocks noGrp="1"/>
          </p:cNvSpPr>
          <p:nvPr>
            <p:ph type="dt" sz="half" idx="10"/>
          </p:nvPr>
        </p:nvSpPr>
        <p:spPr/>
        <p:txBody>
          <a:bodyPr/>
          <a:lstStyle/>
          <a:p>
            <a:fld id="{240B9575-D8B6-0147-8973-71779B94D1B0}" type="datetimeFigureOut">
              <a:rPr lang="en-US" smtClean="0"/>
              <a:t>10/8/26</a:t>
            </a:fld>
            <a:endParaRPr lang="en-US"/>
          </a:p>
        </p:txBody>
      </p:sp>
      <p:sp>
        <p:nvSpPr>
          <p:cNvPr id="6" name="Footer Placeholder 5">
            <a:extLst>
              <a:ext uri="{FF2B5EF4-FFF2-40B4-BE49-F238E27FC236}">
                <a16:creationId xmlns:a16="http://schemas.microsoft.com/office/drawing/2014/main" id="{AED55EF8-610B-04D4-E314-093E2B6348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DC8979-F44D-F9F7-D694-34DB23E62A08}"/>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245396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C553E-ABCF-5549-017A-86F5C8B4F43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B442E4B-2B85-E630-ADF9-793E210A1F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BD7899F-67F6-2447-8932-75AB29E5E02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EBBCC0A-30FD-84B8-B301-982100B2F2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D310983-8CED-4181-3762-9350E4FE9FE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9F8489F-8B0F-A8BF-6AB4-6CE570750325}"/>
              </a:ext>
            </a:extLst>
          </p:cNvPr>
          <p:cNvSpPr>
            <a:spLocks noGrp="1"/>
          </p:cNvSpPr>
          <p:nvPr>
            <p:ph type="dt" sz="half" idx="10"/>
          </p:nvPr>
        </p:nvSpPr>
        <p:spPr/>
        <p:txBody>
          <a:bodyPr/>
          <a:lstStyle/>
          <a:p>
            <a:fld id="{240B9575-D8B6-0147-8973-71779B94D1B0}" type="datetimeFigureOut">
              <a:rPr lang="en-US" smtClean="0"/>
              <a:t>10/8/26</a:t>
            </a:fld>
            <a:endParaRPr lang="en-US"/>
          </a:p>
        </p:txBody>
      </p:sp>
      <p:sp>
        <p:nvSpPr>
          <p:cNvPr id="8" name="Footer Placeholder 7">
            <a:extLst>
              <a:ext uri="{FF2B5EF4-FFF2-40B4-BE49-F238E27FC236}">
                <a16:creationId xmlns:a16="http://schemas.microsoft.com/office/drawing/2014/main" id="{EE8C6218-236F-D060-D13A-AA50D7530A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648CEA9-47B3-E74F-8CC0-C4E228388739}"/>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2650371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C21C6-680B-1DB1-205A-C774975DB86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4C0788E-5258-167F-DBBB-49361F3123A1}"/>
              </a:ext>
            </a:extLst>
          </p:cNvPr>
          <p:cNvSpPr>
            <a:spLocks noGrp="1"/>
          </p:cNvSpPr>
          <p:nvPr>
            <p:ph type="dt" sz="half" idx="10"/>
          </p:nvPr>
        </p:nvSpPr>
        <p:spPr/>
        <p:txBody>
          <a:bodyPr/>
          <a:lstStyle/>
          <a:p>
            <a:fld id="{240B9575-D8B6-0147-8973-71779B94D1B0}" type="datetimeFigureOut">
              <a:rPr lang="en-US" smtClean="0"/>
              <a:t>10/8/26</a:t>
            </a:fld>
            <a:endParaRPr lang="en-US"/>
          </a:p>
        </p:txBody>
      </p:sp>
      <p:sp>
        <p:nvSpPr>
          <p:cNvPr id="4" name="Footer Placeholder 3">
            <a:extLst>
              <a:ext uri="{FF2B5EF4-FFF2-40B4-BE49-F238E27FC236}">
                <a16:creationId xmlns:a16="http://schemas.microsoft.com/office/drawing/2014/main" id="{D4683403-0927-5B1A-F52C-EC7427E14E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95CAC72-6E75-9BE4-A60C-694FB56F6E26}"/>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543528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8AF9F2-276D-0955-537B-F18BE2370BD3}"/>
              </a:ext>
            </a:extLst>
          </p:cNvPr>
          <p:cNvSpPr>
            <a:spLocks noGrp="1"/>
          </p:cNvSpPr>
          <p:nvPr>
            <p:ph type="dt" sz="half" idx="10"/>
          </p:nvPr>
        </p:nvSpPr>
        <p:spPr/>
        <p:txBody>
          <a:bodyPr/>
          <a:lstStyle/>
          <a:p>
            <a:fld id="{240B9575-D8B6-0147-8973-71779B94D1B0}" type="datetimeFigureOut">
              <a:rPr lang="en-US" smtClean="0"/>
              <a:t>10/8/26</a:t>
            </a:fld>
            <a:endParaRPr lang="en-US"/>
          </a:p>
        </p:txBody>
      </p:sp>
      <p:sp>
        <p:nvSpPr>
          <p:cNvPr id="3" name="Footer Placeholder 2">
            <a:extLst>
              <a:ext uri="{FF2B5EF4-FFF2-40B4-BE49-F238E27FC236}">
                <a16:creationId xmlns:a16="http://schemas.microsoft.com/office/drawing/2014/main" id="{94C9CA2C-C112-E350-DFAE-86A86E9A55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D7381A8-45E8-B45E-1771-BC911B45DE3B}"/>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4086450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561AC-1358-C820-312A-A8370209A5E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5B7E6F4-A558-EC99-690B-19D0F15751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266F303-7580-5898-6C19-95183CD690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99E74A2-0D12-A8A1-A3FE-D793D20C990F}"/>
              </a:ext>
            </a:extLst>
          </p:cNvPr>
          <p:cNvSpPr>
            <a:spLocks noGrp="1"/>
          </p:cNvSpPr>
          <p:nvPr>
            <p:ph type="dt" sz="half" idx="10"/>
          </p:nvPr>
        </p:nvSpPr>
        <p:spPr/>
        <p:txBody>
          <a:bodyPr/>
          <a:lstStyle/>
          <a:p>
            <a:fld id="{240B9575-D8B6-0147-8973-71779B94D1B0}" type="datetimeFigureOut">
              <a:rPr lang="en-US" smtClean="0"/>
              <a:t>10/8/26</a:t>
            </a:fld>
            <a:endParaRPr lang="en-US"/>
          </a:p>
        </p:txBody>
      </p:sp>
      <p:sp>
        <p:nvSpPr>
          <p:cNvPr id="6" name="Footer Placeholder 5">
            <a:extLst>
              <a:ext uri="{FF2B5EF4-FFF2-40B4-BE49-F238E27FC236}">
                <a16:creationId xmlns:a16="http://schemas.microsoft.com/office/drawing/2014/main" id="{B4B0CEC3-2770-E269-0EBF-963EBB1BE8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42AA51-3C9F-86CD-D938-73ACAF3C4796}"/>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9561371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B49C1-65E5-BA6F-D72F-A038F1C5D59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F306401-5010-C563-B75C-BA323162D7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886C81-D680-3DE8-9873-3C39A435D6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B2D0B6D-0C26-2229-DB24-5B0227F2C087}"/>
              </a:ext>
            </a:extLst>
          </p:cNvPr>
          <p:cNvSpPr>
            <a:spLocks noGrp="1"/>
          </p:cNvSpPr>
          <p:nvPr>
            <p:ph type="dt" sz="half" idx="10"/>
          </p:nvPr>
        </p:nvSpPr>
        <p:spPr/>
        <p:txBody>
          <a:bodyPr/>
          <a:lstStyle/>
          <a:p>
            <a:fld id="{240B9575-D8B6-0147-8973-71779B94D1B0}" type="datetimeFigureOut">
              <a:rPr lang="en-US" smtClean="0"/>
              <a:t>10/8/26</a:t>
            </a:fld>
            <a:endParaRPr lang="en-US"/>
          </a:p>
        </p:txBody>
      </p:sp>
      <p:sp>
        <p:nvSpPr>
          <p:cNvPr id="6" name="Footer Placeholder 5">
            <a:extLst>
              <a:ext uri="{FF2B5EF4-FFF2-40B4-BE49-F238E27FC236}">
                <a16:creationId xmlns:a16="http://schemas.microsoft.com/office/drawing/2014/main" id="{888604C8-5064-C91F-C6D7-F83D6045F9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125E0B-DA26-F8BB-0F64-CDC614225DA0}"/>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291295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ABB9B-6CA8-CF81-DC08-72C3C841790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3E6C892-9FDE-4423-321D-FEB0888C23B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D1BFA06-8A03-FFD0-A469-6EBCAE09D28B}"/>
              </a:ext>
            </a:extLst>
          </p:cNvPr>
          <p:cNvSpPr>
            <a:spLocks noGrp="1"/>
          </p:cNvSpPr>
          <p:nvPr>
            <p:ph type="dt" sz="half" idx="10"/>
          </p:nvPr>
        </p:nvSpPr>
        <p:spPr/>
        <p:txBody>
          <a:bodyPr/>
          <a:lstStyle/>
          <a:p>
            <a:fld id="{240B9575-D8B6-0147-8973-71779B94D1B0}" type="datetimeFigureOut">
              <a:rPr lang="en-US" smtClean="0"/>
              <a:t>10/8/26</a:t>
            </a:fld>
            <a:endParaRPr lang="en-US"/>
          </a:p>
        </p:txBody>
      </p:sp>
      <p:sp>
        <p:nvSpPr>
          <p:cNvPr id="5" name="Footer Placeholder 4">
            <a:extLst>
              <a:ext uri="{FF2B5EF4-FFF2-40B4-BE49-F238E27FC236}">
                <a16:creationId xmlns:a16="http://schemas.microsoft.com/office/drawing/2014/main" id="{C4D1DE89-584D-6389-75A3-99854621A5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0AA8B0-1448-772B-2956-0103BD925A7A}"/>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3077450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0297CF-4FD0-7F46-AB4C-4ECCDB6CCEB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3EA2620-A32E-096E-5108-BB6AA6BB7A1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19719A0-2B52-6397-F76A-80D66FAAAB6A}"/>
              </a:ext>
            </a:extLst>
          </p:cNvPr>
          <p:cNvSpPr>
            <a:spLocks noGrp="1"/>
          </p:cNvSpPr>
          <p:nvPr>
            <p:ph type="dt" sz="half" idx="10"/>
          </p:nvPr>
        </p:nvSpPr>
        <p:spPr/>
        <p:txBody>
          <a:bodyPr/>
          <a:lstStyle/>
          <a:p>
            <a:fld id="{240B9575-D8B6-0147-8973-71779B94D1B0}" type="datetimeFigureOut">
              <a:rPr lang="en-US" smtClean="0"/>
              <a:t>10/8/26</a:t>
            </a:fld>
            <a:endParaRPr lang="en-US"/>
          </a:p>
        </p:txBody>
      </p:sp>
      <p:sp>
        <p:nvSpPr>
          <p:cNvPr id="5" name="Footer Placeholder 4">
            <a:extLst>
              <a:ext uri="{FF2B5EF4-FFF2-40B4-BE49-F238E27FC236}">
                <a16:creationId xmlns:a16="http://schemas.microsoft.com/office/drawing/2014/main" id="{0D6158B6-63AA-BC1F-4CF0-38B9641CFB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DE12A-15DC-01AB-1D44-4A4446BF7ED4}"/>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476700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F1C05A-4449-6309-C948-CAFF08EE47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C8BFBF9-5B8C-7B82-F4E0-12153A145A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26D4EFA-0439-D2DB-381B-3ECCFAA106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40B9575-D8B6-0147-8973-71779B94D1B0}" type="datetimeFigureOut">
              <a:rPr lang="en-US" smtClean="0"/>
              <a:t>10/8/26</a:t>
            </a:fld>
            <a:endParaRPr lang="en-US"/>
          </a:p>
        </p:txBody>
      </p:sp>
      <p:sp>
        <p:nvSpPr>
          <p:cNvPr id="5" name="Footer Placeholder 4">
            <a:extLst>
              <a:ext uri="{FF2B5EF4-FFF2-40B4-BE49-F238E27FC236}">
                <a16:creationId xmlns:a16="http://schemas.microsoft.com/office/drawing/2014/main" id="{420C478F-77DE-D959-368B-542AFCC55B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1258298-5DE9-F736-1A41-0FFCBAAB25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9C9B7F-0499-D94D-B9C5-6B0F64CF2F75}" type="slidenum">
              <a:rPr lang="en-US" smtClean="0"/>
              <a:t>‹#›</a:t>
            </a:fld>
            <a:endParaRPr lang="en-US"/>
          </a:p>
        </p:txBody>
      </p:sp>
    </p:spTree>
    <p:extLst>
      <p:ext uri="{BB962C8B-B14F-4D97-AF65-F5344CB8AC3E}">
        <p14:creationId xmlns:p14="http://schemas.microsoft.com/office/powerpoint/2010/main" val="40292754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CBBCF-B891-4284-C614-8E5F96FB70F2}"/>
              </a:ext>
            </a:extLst>
          </p:cNvPr>
          <p:cNvSpPr>
            <a:spLocks noGrp="1"/>
          </p:cNvSpPr>
          <p:nvPr>
            <p:ph type="ctrTitle"/>
          </p:nvPr>
        </p:nvSpPr>
        <p:spPr/>
        <p:txBody>
          <a:bodyPr/>
          <a:lstStyle/>
          <a:p>
            <a:r>
              <a:rPr lang="en-US" dirty="0"/>
              <a:t>Understanding and Applying DevOps Principles</a:t>
            </a:r>
          </a:p>
        </p:txBody>
      </p:sp>
      <p:sp>
        <p:nvSpPr>
          <p:cNvPr id="3" name="Subtitle 2">
            <a:extLst>
              <a:ext uri="{FF2B5EF4-FFF2-40B4-BE49-F238E27FC236}">
                <a16:creationId xmlns:a16="http://schemas.microsoft.com/office/drawing/2014/main" id="{5D3B56A5-C9DC-A9D8-9727-0727C59BC045}"/>
              </a:ext>
            </a:extLst>
          </p:cNvPr>
          <p:cNvSpPr>
            <a:spLocks noGrp="1"/>
          </p:cNvSpPr>
          <p:nvPr>
            <p:ph type="subTitle" idx="1"/>
          </p:nvPr>
        </p:nvSpPr>
        <p:spPr/>
        <p:txBody>
          <a:bodyPr/>
          <a:lstStyle/>
          <a:p>
            <a:r>
              <a:rPr lang="en-US" dirty="0"/>
              <a:t>Lab 2</a:t>
            </a:r>
          </a:p>
        </p:txBody>
      </p:sp>
    </p:spTree>
    <p:extLst>
      <p:ext uri="{BB962C8B-B14F-4D97-AF65-F5344CB8AC3E}">
        <p14:creationId xmlns:p14="http://schemas.microsoft.com/office/powerpoint/2010/main" val="2185675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76421-231F-6A54-CB23-DA3BD828E121}"/>
              </a:ext>
            </a:extLst>
          </p:cNvPr>
          <p:cNvSpPr>
            <a:spLocks noGrp="1"/>
          </p:cNvSpPr>
          <p:nvPr>
            <p:ph type="title"/>
          </p:nvPr>
        </p:nvSpPr>
        <p:spPr/>
        <p:txBody>
          <a:bodyPr/>
          <a:lstStyle/>
          <a:p>
            <a:r>
              <a:rPr lang="en-US" dirty="0"/>
              <a:t>Team details</a:t>
            </a:r>
          </a:p>
        </p:txBody>
      </p:sp>
      <p:sp>
        <p:nvSpPr>
          <p:cNvPr id="3" name="Content Placeholder 2">
            <a:extLst>
              <a:ext uri="{FF2B5EF4-FFF2-40B4-BE49-F238E27FC236}">
                <a16:creationId xmlns:a16="http://schemas.microsoft.com/office/drawing/2014/main" id="{15694334-0411-8B98-77FF-5C335CD9CF6E}"/>
              </a:ext>
            </a:extLst>
          </p:cNvPr>
          <p:cNvSpPr>
            <a:spLocks noGrp="1"/>
          </p:cNvSpPr>
          <p:nvPr>
            <p:ph idx="1"/>
          </p:nvPr>
        </p:nvSpPr>
        <p:spPr/>
        <p:txBody>
          <a:bodyPr/>
          <a:lstStyle/>
          <a:p>
            <a:r>
              <a:rPr lang="en-US" dirty="0"/>
              <a:t>Name of the Team›</a:t>
            </a:r>
          </a:p>
          <a:p>
            <a:r>
              <a:rPr lang="en-US" dirty="0"/>
              <a:t>Team number</a:t>
            </a:r>
          </a:p>
          <a:p>
            <a:r>
              <a:rPr lang="en-US" dirty="0"/>
              <a:t>Team members</a:t>
            </a:r>
          </a:p>
          <a:p>
            <a:pPr lvl="1"/>
            <a:r>
              <a:rPr lang="en-US" dirty="0"/>
              <a:t>Name 1</a:t>
            </a:r>
          </a:p>
          <a:p>
            <a:pPr lvl="1"/>
            <a:r>
              <a:rPr lang="en-US" dirty="0"/>
              <a:t>Name 2</a:t>
            </a:r>
          </a:p>
          <a:p>
            <a:pPr lvl="1"/>
            <a:r>
              <a:rPr lang="en-US"/>
              <a:t>Name 3</a:t>
            </a:r>
          </a:p>
          <a:p>
            <a:pPr lvl="1"/>
            <a:endParaRPr lang="en-US" dirty="0"/>
          </a:p>
        </p:txBody>
      </p:sp>
    </p:spTree>
    <p:extLst>
      <p:ext uri="{BB962C8B-B14F-4D97-AF65-F5344CB8AC3E}">
        <p14:creationId xmlns:p14="http://schemas.microsoft.com/office/powerpoint/2010/main" val="2666709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03707-743F-29D9-4314-6D16F2FF33C7}"/>
              </a:ext>
            </a:extLst>
          </p:cNvPr>
          <p:cNvSpPr>
            <a:spLocks noGrp="1"/>
          </p:cNvSpPr>
          <p:nvPr>
            <p:ph type="title"/>
          </p:nvPr>
        </p:nvSpPr>
        <p:spPr/>
        <p:txBody>
          <a:bodyPr/>
          <a:lstStyle/>
          <a:p>
            <a:r>
              <a:rPr lang="en-US" dirty="0"/>
              <a:t>Background of the organization</a:t>
            </a:r>
          </a:p>
        </p:txBody>
      </p:sp>
      <p:sp>
        <p:nvSpPr>
          <p:cNvPr id="3" name="Content Placeholder 2">
            <a:extLst>
              <a:ext uri="{FF2B5EF4-FFF2-40B4-BE49-F238E27FC236}">
                <a16:creationId xmlns:a16="http://schemas.microsoft.com/office/drawing/2014/main" id="{0C7F5C15-72A5-374D-7E29-637A63835DE0}"/>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9325077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75F46-9BF7-BD28-79B1-F42B987192C6}"/>
              </a:ext>
            </a:extLst>
          </p:cNvPr>
          <p:cNvSpPr>
            <a:spLocks noGrp="1"/>
          </p:cNvSpPr>
          <p:nvPr>
            <p:ph type="title"/>
          </p:nvPr>
        </p:nvSpPr>
        <p:spPr/>
        <p:txBody>
          <a:bodyPr/>
          <a:lstStyle/>
          <a:p>
            <a:r>
              <a:rPr lang="en-US" dirty="0"/>
              <a:t>Task 1 - Identify list of challenges</a:t>
            </a:r>
          </a:p>
        </p:txBody>
      </p:sp>
      <p:sp>
        <p:nvSpPr>
          <p:cNvPr id="3" name="Content Placeholder 2">
            <a:extLst>
              <a:ext uri="{FF2B5EF4-FFF2-40B4-BE49-F238E27FC236}">
                <a16:creationId xmlns:a16="http://schemas.microsoft.com/office/drawing/2014/main" id="{77DF30C4-D3EF-D46E-45AB-C76F63330E5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758022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E8168-E26A-7FA1-72E3-C872A950035C}"/>
              </a:ext>
            </a:extLst>
          </p:cNvPr>
          <p:cNvSpPr>
            <a:spLocks noGrp="1"/>
          </p:cNvSpPr>
          <p:nvPr>
            <p:ph type="title"/>
          </p:nvPr>
        </p:nvSpPr>
        <p:spPr/>
        <p:txBody>
          <a:bodyPr/>
          <a:lstStyle/>
          <a:p>
            <a:r>
              <a:rPr lang="en-US" dirty="0"/>
              <a:t>Task 1 - Challenge 1 - </a:t>
            </a:r>
            <a:r>
              <a:rPr lang="en-US" dirty="0">
                <a:solidFill>
                  <a:srgbClr val="FF0000"/>
                </a:solidFill>
              </a:rPr>
              <a:t>Communication</a:t>
            </a:r>
          </a:p>
        </p:txBody>
      </p:sp>
      <p:sp>
        <p:nvSpPr>
          <p:cNvPr id="3" name="Content Placeholder 2">
            <a:extLst>
              <a:ext uri="{FF2B5EF4-FFF2-40B4-BE49-F238E27FC236}">
                <a16:creationId xmlns:a16="http://schemas.microsoft.com/office/drawing/2014/main" id="{B034C1D8-1BD5-B631-5510-EED0E2047C25}"/>
              </a:ext>
            </a:extLst>
          </p:cNvPr>
          <p:cNvSpPr>
            <a:spLocks noGrp="1"/>
          </p:cNvSpPr>
          <p:nvPr>
            <p:ph idx="1"/>
          </p:nvPr>
        </p:nvSpPr>
        <p:spPr/>
        <p:txBody>
          <a:bodyPr/>
          <a:lstStyle/>
          <a:p>
            <a:r>
              <a:rPr lang="en-US" dirty="0"/>
              <a:t>Assumptions</a:t>
            </a:r>
          </a:p>
          <a:p>
            <a:pPr lvl="1"/>
            <a:r>
              <a:rPr lang="en-US" dirty="0">
                <a:solidFill>
                  <a:srgbClr val="FF0000"/>
                </a:solidFill>
              </a:rPr>
              <a:t>There are no standardized means of communication</a:t>
            </a:r>
          </a:p>
          <a:p>
            <a:pPr lvl="1"/>
            <a:endParaRPr lang="en-US" dirty="0"/>
          </a:p>
          <a:p>
            <a:pPr lvl="1"/>
            <a:endParaRPr lang="en-US" dirty="0"/>
          </a:p>
          <a:p>
            <a:r>
              <a:rPr lang="en-US" dirty="0"/>
              <a:t>Implication</a:t>
            </a:r>
          </a:p>
          <a:p>
            <a:pPr lvl="1"/>
            <a:endParaRPr lang="en-US" dirty="0"/>
          </a:p>
          <a:p>
            <a:pPr lvl="1"/>
            <a:r>
              <a:rPr lang="en-US" dirty="0">
                <a:solidFill>
                  <a:srgbClr val="FF0000"/>
                </a:solidFill>
              </a:rPr>
              <a:t>…..</a:t>
            </a:r>
          </a:p>
          <a:p>
            <a:pPr lvl="1"/>
            <a:endParaRPr lang="en-US" dirty="0"/>
          </a:p>
        </p:txBody>
      </p:sp>
    </p:spTree>
    <p:extLst>
      <p:ext uri="{BB962C8B-B14F-4D97-AF65-F5344CB8AC3E}">
        <p14:creationId xmlns:p14="http://schemas.microsoft.com/office/powerpoint/2010/main" val="2011562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1C87C-372D-D183-4FB6-088C9F8E5B2E}"/>
              </a:ext>
            </a:extLst>
          </p:cNvPr>
          <p:cNvSpPr>
            <a:spLocks noGrp="1"/>
          </p:cNvSpPr>
          <p:nvPr>
            <p:ph type="title"/>
          </p:nvPr>
        </p:nvSpPr>
        <p:spPr/>
        <p:txBody>
          <a:bodyPr/>
          <a:lstStyle/>
          <a:p>
            <a:r>
              <a:rPr lang="en-US" dirty="0"/>
              <a:t>Task 1 - Challenge 2 – </a:t>
            </a:r>
            <a:r>
              <a:rPr lang="en-US" dirty="0">
                <a:solidFill>
                  <a:srgbClr val="FF0000"/>
                </a:solidFill>
              </a:rPr>
              <a:t>Business area</a:t>
            </a:r>
          </a:p>
        </p:txBody>
      </p:sp>
      <p:sp>
        <p:nvSpPr>
          <p:cNvPr id="3" name="Content Placeholder 2">
            <a:extLst>
              <a:ext uri="{FF2B5EF4-FFF2-40B4-BE49-F238E27FC236}">
                <a16:creationId xmlns:a16="http://schemas.microsoft.com/office/drawing/2014/main" id="{09C459B6-53E8-62CD-7159-143899F6110A}"/>
              </a:ext>
            </a:extLst>
          </p:cNvPr>
          <p:cNvSpPr>
            <a:spLocks noGrp="1"/>
          </p:cNvSpPr>
          <p:nvPr>
            <p:ph idx="1"/>
          </p:nvPr>
        </p:nvSpPr>
        <p:spPr/>
        <p:txBody>
          <a:bodyPr/>
          <a:lstStyle/>
          <a:p>
            <a:r>
              <a:rPr lang="en-US" dirty="0"/>
              <a:t>Assumptions</a:t>
            </a:r>
          </a:p>
          <a:p>
            <a:pPr lvl="1"/>
            <a:r>
              <a:rPr lang="en-US" dirty="0">
                <a:solidFill>
                  <a:srgbClr val="FF0000"/>
                </a:solidFill>
              </a:rPr>
              <a:t>We assume the organization is in the area of on-line games</a:t>
            </a:r>
          </a:p>
          <a:p>
            <a:pPr lvl="1"/>
            <a:endParaRPr lang="en-US" dirty="0"/>
          </a:p>
          <a:p>
            <a:pPr lvl="1"/>
            <a:r>
              <a:rPr lang="en-US" dirty="0"/>
              <a:t>……</a:t>
            </a:r>
          </a:p>
          <a:p>
            <a:r>
              <a:rPr lang="en-US" dirty="0"/>
              <a:t>Implication</a:t>
            </a:r>
          </a:p>
          <a:p>
            <a:pPr lvl="1"/>
            <a:r>
              <a:rPr lang="en-US" dirty="0">
                <a:solidFill>
                  <a:srgbClr val="FF0000"/>
                </a:solidFill>
              </a:rPr>
              <a:t>In the gaming business it is important that …therefore this assumption has the implication that…</a:t>
            </a:r>
          </a:p>
          <a:p>
            <a:endParaRPr lang="en-US" dirty="0"/>
          </a:p>
        </p:txBody>
      </p:sp>
    </p:spTree>
    <p:extLst>
      <p:ext uri="{BB962C8B-B14F-4D97-AF65-F5344CB8AC3E}">
        <p14:creationId xmlns:p14="http://schemas.microsoft.com/office/powerpoint/2010/main" val="1591273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49D9F-621C-95C6-5E74-FA5F15BFB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C8B9B0-C811-7C17-B2E2-DDBB03F8E9E5}"/>
              </a:ext>
            </a:extLst>
          </p:cNvPr>
          <p:cNvSpPr>
            <a:spLocks noGrp="1"/>
          </p:cNvSpPr>
          <p:nvPr>
            <p:ph type="title"/>
          </p:nvPr>
        </p:nvSpPr>
        <p:spPr/>
        <p:txBody>
          <a:bodyPr/>
          <a:lstStyle/>
          <a:p>
            <a:r>
              <a:rPr lang="en-US" dirty="0"/>
              <a:t>Task 1 - Challenge 3 – ?????</a:t>
            </a:r>
          </a:p>
        </p:txBody>
      </p:sp>
      <p:sp>
        <p:nvSpPr>
          <p:cNvPr id="3" name="Content Placeholder 2">
            <a:extLst>
              <a:ext uri="{FF2B5EF4-FFF2-40B4-BE49-F238E27FC236}">
                <a16:creationId xmlns:a16="http://schemas.microsoft.com/office/drawing/2014/main" id="{783A90E2-B8FD-0853-9316-1D8D9BF60AA0}"/>
              </a:ext>
            </a:extLst>
          </p:cNvPr>
          <p:cNvSpPr>
            <a:spLocks noGrp="1"/>
          </p:cNvSpPr>
          <p:nvPr>
            <p:ph idx="1"/>
          </p:nvPr>
        </p:nvSpPr>
        <p:spPr/>
        <p:txBody>
          <a:bodyPr/>
          <a:lstStyle/>
          <a:p>
            <a:r>
              <a:rPr lang="en-US" dirty="0"/>
              <a:t>Assumptions</a:t>
            </a:r>
          </a:p>
          <a:p>
            <a:pPr lvl="1"/>
            <a:endParaRPr lang="en-US" dirty="0"/>
          </a:p>
          <a:p>
            <a:pPr lvl="1"/>
            <a:endParaRPr lang="en-US" dirty="0"/>
          </a:p>
          <a:p>
            <a:r>
              <a:rPr lang="en-US" dirty="0"/>
              <a:t>Implication</a:t>
            </a:r>
          </a:p>
          <a:p>
            <a:endParaRPr lang="en-US" dirty="0"/>
          </a:p>
          <a:p>
            <a:endParaRPr lang="en-US" dirty="0"/>
          </a:p>
        </p:txBody>
      </p:sp>
    </p:spTree>
    <p:extLst>
      <p:ext uri="{BB962C8B-B14F-4D97-AF65-F5344CB8AC3E}">
        <p14:creationId xmlns:p14="http://schemas.microsoft.com/office/powerpoint/2010/main" val="1931145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D9BBB-CDEB-ABDA-A79E-7402DADFE450}"/>
              </a:ext>
            </a:extLst>
          </p:cNvPr>
          <p:cNvSpPr>
            <a:spLocks noGrp="1"/>
          </p:cNvSpPr>
          <p:nvPr>
            <p:ph type="title"/>
          </p:nvPr>
        </p:nvSpPr>
        <p:spPr/>
        <p:txBody>
          <a:bodyPr/>
          <a:lstStyle/>
          <a:p>
            <a:r>
              <a:rPr lang="en-US" dirty="0"/>
              <a:t>Task 2 - Plan - Communication</a:t>
            </a:r>
          </a:p>
        </p:txBody>
      </p:sp>
      <p:sp>
        <p:nvSpPr>
          <p:cNvPr id="3" name="Content Placeholder 2">
            <a:extLst>
              <a:ext uri="{FF2B5EF4-FFF2-40B4-BE49-F238E27FC236}">
                <a16:creationId xmlns:a16="http://schemas.microsoft.com/office/drawing/2014/main" id="{444E652F-AD32-0626-0968-83FD926AD3B4}"/>
              </a:ext>
            </a:extLst>
          </p:cNvPr>
          <p:cNvSpPr>
            <a:spLocks noGrp="1"/>
          </p:cNvSpPr>
          <p:nvPr>
            <p:ph idx="1"/>
          </p:nvPr>
        </p:nvSpPr>
        <p:spPr/>
        <p:txBody>
          <a:bodyPr/>
          <a:lstStyle/>
          <a:p>
            <a:r>
              <a:rPr lang="en-US" dirty="0"/>
              <a:t>Name : </a:t>
            </a:r>
            <a:r>
              <a:rPr lang="en-US" dirty="0">
                <a:solidFill>
                  <a:srgbClr val="FF0000"/>
                </a:solidFill>
              </a:rPr>
              <a:t>Kick-off meeting</a:t>
            </a:r>
          </a:p>
          <a:p>
            <a:endParaRPr lang="en-US" dirty="0"/>
          </a:p>
          <a:p>
            <a:r>
              <a:rPr lang="en-US" dirty="0"/>
              <a:t>Describe briefly the purpose and expected effect of the item</a:t>
            </a:r>
          </a:p>
          <a:p>
            <a:pPr lvl="1"/>
            <a:r>
              <a:rPr lang="en-US" dirty="0">
                <a:solidFill>
                  <a:srgbClr val="FF0000"/>
                </a:solidFill>
              </a:rPr>
              <a:t>The purpose of the kick-off meeting is to initiate the effort of introducing DevOps and to give an initial opportunity to ask questions.</a:t>
            </a:r>
          </a:p>
          <a:p>
            <a:endParaRPr lang="en-US" dirty="0"/>
          </a:p>
          <a:p>
            <a:endParaRPr lang="en-US" dirty="0"/>
          </a:p>
        </p:txBody>
      </p:sp>
    </p:spTree>
    <p:extLst>
      <p:ext uri="{BB962C8B-B14F-4D97-AF65-F5344CB8AC3E}">
        <p14:creationId xmlns:p14="http://schemas.microsoft.com/office/powerpoint/2010/main" val="3625125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5CA8C-0447-06D8-A277-5817E823D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9D79D0-024C-2EE3-AFD1-9F8D4E796A1F}"/>
              </a:ext>
            </a:extLst>
          </p:cNvPr>
          <p:cNvSpPr>
            <a:spLocks noGrp="1"/>
          </p:cNvSpPr>
          <p:nvPr>
            <p:ph type="title"/>
          </p:nvPr>
        </p:nvSpPr>
        <p:spPr/>
        <p:txBody>
          <a:bodyPr/>
          <a:lstStyle/>
          <a:p>
            <a:r>
              <a:rPr lang="en-US" dirty="0"/>
              <a:t>Task 2 - Plan – Business Area</a:t>
            </a:r>
          </a:p>
        </p:txBody>
      </p:sp>
      <p:sp>
        <p:nvSpPr>
          <p:cNvPr id="3" name="Content Placeholder 2">
            <a:extLst>
              <a:ext uri="{FF2B5EF4-FFF2-40B4-BE49-F238E27FC236}">
                <a16:creationId xmlns:a16="http://schemas.microsoft.com/office/drawing/2014/main" id="{F02F526D-DF8F-91C9-6C90-A904C8B19E2E}"/>
              </a:ext>
            </a:extLst>
          </p:cNvPr>
          <p:cNvSpPr>
            <a:spLocks noGrp="1"/>
          </p:cNvSpPr>
          <p:nvPr>
            <p:ph idx="1"/>
          </p:nvPr>
        </p:nvSpPr>
        <p:spPr/>
        <p:txBody>
          <a:bodyPr/>
          <a:lstStyle/>
          <a:p>
            <a:r>
              <a:rPr lang="en-US" dirty="0"/>
              <a:t>Name : </a:t>
            </a:r>
            <a:r>
              <a:rPr lang="en-US" dirty="0">
                <a:solidFill>
                  <a:srgbClr val="FF0000"/>
                </a:solidFill>
              </a:rPr>
              <a:t>????</a:t>
            </a:r>
          </a:p>
          <a:p>
            <a:endParaRPr lang="en-US" dirty="0"/>
          </a:p>
          <a:p>
            <a:r>
              <a:rPr lang="en-US" dirty="0"/>
              <a:t>Describe briefly the purpose and expected effect of the item</a:t>
            </a:r>
          </a:p>
          <a:p>
            <a:pPr lvl="1"/>
            <a:r>
              <a:rPr lang="en-US" dirty="0">
                <a:solidFill>
                  <a:srgbClr val="FF0000"/>
                </a:solidFill>
              </a:rPr>
              <a:t>????.</a:t>
            </a:r>
          </a:p>
          <a:p>
            <a:endParaRPr lang="en-US" dirty="0"/>
          </a:p>
          <a:p>
            <a:endParaRPr lang="en-US" dirty="0"/>
          </a:p>
        </p:txBody>
      </p:sp>
    </p:spTree>
    <p:extLst>
      <p:ext uri="{BB962C8B-B14F-4D97-AF65-F5344CB8AC3E}">
        <p14:creationId xmlns:p14="http://schemas.microsoft.com/office/powerpoint/2010/main" val="4107619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7534F-35D2-43A1-BE5B-E0EC32032B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D11FB6-24BC-CF75-5EEE-B8FD006B2D87}"/>
              </a:ext>
            </a:extLst>
          </p:cNvPr>
          <p:cNvSpPr>
            <a:spLocks noGrp="1"/>
          </p:cNvSpPr>
          <p:nvPr>
            <p:ph type="title"/>
          </p:nvPr>
        </p:nvSpPr>
        <p:spPr/>
        <p:txBody>
          <a:bodyPr>
            <a:normAutofit/>
          </a:bodyPr>
          <a:lstStyle/>
          <a:p>
            <a:r>
              <a:rPr lang="en-US" sz="2500" dirty="0"/>
              <a:t>Task 3 – Continuous Improvement - </a:t>
            </a:r>
            <a:r>
              <a:rPr lang="en-GB" sz="2500" b="1" dirty="0"/>
              <a:t>Evaluate the plans you have made so far considering the third way: </a:t>
            </a:r>
            <a:br>
              <a:rPr lang="en-GB" sz="2500" dirty="0"/>
            </a:br>
            <a:endParaRPr lang="en-US" sz="2500" dirty="0"/>
          </a:p>
        </p:txBody>
      </p:sp>
      <p:sp>
        <p:nvSpPr>
          <p:cNvPr id="3" name="Content Placeholder 2">
            <a:extLst>
              <a:ext uri="{FF2B5EF4-FFF2-40B4-BE49-F238E27FC236}">
                <a16:creationId xmlns:a16="http://schemas.microsoft.com/office/drawing/2014/main" id="{7CD5F419-58BB-3DD2-DBCA-38A71E01942C}"/>
              </a:ext>
            </a:extLst>
          </p:cNvPr>
          <p:cNvSpPr>
            <a:spLocks noGrp="1"/>
          </p:cNvSpPr>
          <p:nvPr>
            <p:ph idx="1"/>
          </p:nvPr>
        </p:nvSpPr>
        <p:spPr/>
        <p:txBody>
          <a:bodyPr/>
          <a:lstStyle/>
          <a:p>
            <a:pPr marL="0" indent="0">
              <a:buNone/>
            </a:pPr>
            <a:endParaRPr lang="en-US" dirty="0">
              <a:solidFill>
                <a:srgbClr val="FF0000"/>
              </a:solidFill>
            </a:endParaRPr>
          </a:p>
          <a:p>
            <a:pPr lvl="0"/>
            <a:r>
              <a:rPr lang="en-GB" dirty="0"/>
              <a:t>Which of the items in the plan affect experimentation and learning (positive or negative) ? </a:t>
            </a:r>
          </a:p>
          <a:p>
            <a:pPr lvl="0"/>
            <a:endParaRPr lang="en-GB" dirty="0"/>
          </a:p>
          <a:p>
            <a:pPr lvl="0"/>
            <a:endParaRPr lang="en-GB" dirty="0"/>
          </a:p>
          <a:p>
            <a:pPr lvl="0"/>
            <a:endParaRPr lang="en-GB" dirty="0"/>
          </a:p>
          <a:p>
            <a:pPr lvl="0"/>
            <a:r>
              <a:rPr lang="en-GB" dirty="0"/>
              <a:t>What are the consequences of the actions and what do you need to change to accommodate the third way? </a:t>
            </a:r>
          </a:p>
          <a:p>
            <a:endParaRPr lang="en-US" dirty="0"/>
          </a:p>
          <a:p>
            <a:endParaRPr lang="en-US" dirty="0"/>
          </a:p>
          <a:p>
            <a:endParaRPr lang="en-US" dirty="0"/>
          </a:p>
        </p:txBody>
      </p:sp>
    </p:spTree>
    <p:extLst>
      <p:ext uri="{BB962C8B-B14F-4D97-AF65-F5344CB8AC3E}">
        <p14:creationId xmlns:p14="http://schemas.microsoft.com/office/powerpoint/2010/main" val="3282085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1057E-469C-DDC0-D6FB-891B7A9077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60DBA-C88E-0581-9DD6-27A355E53F38}"/>
              </a:ext>
            </a:extLst>
          </p:cNvPr>
          <p:cNvSpPr>
            <a:spLocks noGrp="1"/>
          </p:cNvSpPr>
          <p:nvPr>
            <p:ph type="title"/>
          </p:nvPr>
        </p:nvSpPr>
        <p:spPr/>
        <p:txBody>
          <a:bodyPr>
            <a:normAutofit/>
          </a:bodyPr>
          <a:lstStyle/>
          <a:p>
            <a:r>
              <a:rPr lang="en-US" sz="2500" dirty="0"/>
              <a:t>Task 3 – Continuous Improvement – </a:t>
            </a:r>
            <a:r>
              <a:rPr lang="en-GB" sz="2500" b="1" dirty="0"/>
              <a:t>Suggest new items to the plan</a:t>
            </a:r>
            <a:br>
              <a:rPr lang="en-GB" sz="2500" dirty="0"/>
            </a:br>
            <a:endParaRPr lang="en-US" sz="2500" dirty="0"/>
          </a:p>
        </p:txBody>
      </p:sp>
      <p:sp>
        <p:nvSpPr>
          <p:cNvPr id="3" name="Content Placeholder 2">
            <a:extLst>
              <a:ext uri="{FF2B5EF4-FFF2-40B4-BE49-F238E27FC236}">
                <a16:creationId xmlns:a16="http://schemas.microsoft.com/office/drawing/2014/main" id="{443398FA-CA6A-C83F-B671-84965471FEC1}"/>
              </a:ext>
            </a:extLst>
          </p:cNvPr>
          <p:cNvSpPr>
            <a:spLocks noGrp="1"/>
          </p:cNvSpPr>
          <p:nvPr>
            <p:ph idx="1"/>
          </p:nvPr>
        </p:nvSpPr>
        <p:spPr/>
        <p:txBody>
          <a:bodyPr vert="horz" lIns="91440" tIns="45720" rIns="91440" bIns="45720" rtlCol="0" anchor="t">
            <a:normAutofit/>
          </a:bodyPr>
          <a:lstStyle/>
          <a:p>
            <a:pPr marL="0" indent="0">
              <a:buNone/>
            </a:pPr>
            <a:endParaRPr lang="en-US" dirty="0">
              <a:solidFill>
                <a:srgbClr val="FF0000"/>
              </a:solidFill>
            </a:endParaRPr>
          </a:p>
          <a:p>
            <a:pPr lvl="0"/>
            <a:r>
              <a:rPr lang="en-GB" sz="2000" dirty="0"/>
              <a:t>Apart from the actions already suggested in the previous step you may need to implement further actions to accommodate the third way. Suggest actions that specifically address the third way. </a:t>
            </a:r>
          </a:p>
          <a:p>
            <a:pPr lvl="0"/>
            <a:endParaRPr lang="en-GB" sz="2000" dirty="0"/>
          </a:p>
          <a:p>
            <a:pPr marL="0" indent="0">
              <a:buNone/>
            </a:pPr>
            <a:endParaRPr lang="en-US" sz="2000" dirty="0"/>
          </a:p>
          <a:p>
            <a:endParaRPr lang="en-US" dirty="0"/>
          </a:p>
          <a:p>
            <a:endParaRPr lang="en-US" dirty="0"/>
          </a:p>
        </p:txBody>
      </p:sp>
    </p:spTree>
    <p:extLst>
      <p:ext uri="{BB962C8B-B14F-4D97-AF65-F5344CB8AC3E}">
        <p14:creationId xmlns:p14="http://schemas.microsoft.com/office/powerpoint/2010/main" val="1844447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45CB3-51B9-44F4-39C5-4E327EBCD9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255E5C-FF22-1CCE-D0FF-BA681B044512}"/>
              </a:ext>
            </a:extLst>
          </p:cNvPr>
          <p:cNvSpPr>
            <a:spLocks noGrp="1"/>
          </p:cNvSpPr>
          <p:nvPr>
            <p:ph type="title"/>
          </p:nvPr>
        </p:nvSpPr>
        <p:spPr/>
        <p:txBody>
          <a:bodyPr>
            <a:normAutofit/>
          </a:bodyPr>
          <a:lstStyle/>
          <a:p>
            <a:r>
              <a:rPr lang="en-US" sz="2500" dirty="0"/>
              <a:t>Task 3 – Continuous Improvement – </a:t>
            </a:r>
            <a:r>
              <a:rPr lang="en-GB" sz="2500" b="1" dirty="0"/>
              <a:t>Suggest improvement for the complete plan</a:t>
            </a:r>
            <a:br>
              <a:rPr lang="en-GB" sz="2500" dirty="0"/>
            </a:br>
            <a:endParaRPr lang="en-US" sz="2500" dirty="0"/>
          </a:p>
        </p:txBody>
      </p:sp>
      <p:sp>
        <p:nvSpPr>
          <p:cNvPr id="3" name="Content Placeholder 2">
            <a:extLst>
              <a:ext uri="{FF2B5EF4-FFF2-40B4-BE49-F238E27FC236}">
                <a16:creationId xmlns:a16="http://schemas.microsoft.com/office/drawing/2014/main" id="{99AECEB6-FC74-C657-9EC1-63D3C049FAA6}"/>
              </a:ext>
            </a:extLst>
          </p:cNvPr>
          <p:cNvSpPr>
            <a:spLocks noGrp="1"/>
          </p:cNvSpPr>
          <p:nvPr>
            <p:ph idx="1"/>
          </p:nvPr>
        </p:nvSpPr>
        <p:spPr/>
        <p:txBody>
          <a:bodyPr vert="horz" lIns="91440" tIns="45720" rIns="91440" bIns="45720" rtlCol="0" anchor="t">
            <a:normAutofit/>
          </a:bodyPr>
          <a:lstStyle/>
          <a:p>
            <a:pPr marL="0" indent="0">
              <a:buNone/>
            </a:pPr>
            <a:endParaRPr lang="en-US" dirty="0">
              <a:solidFill>
                <a:srgbClr val="FF0000"/>
              </a:solidFill>
            </a:endParaRPr>
          </a:p>
          <a:p>
            <a:r>
              <a:rPr lang="en-GB" dirty="0"/>
              <a:t>Based on your analysis and additions above, iterate on your plan and suggest improvements and changes (content, sequencing, effort, involved people or parts of the organization, etc) needed to implement all the three ways.</a:t>
            </a:r>
          </a:p>
          <a:p>
            <a:pPr lvl="0"/>
            <a:endParaRPr lang="en-GB"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37795539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1132</TotalTime>
  <Words>322</Words>
  <Application>Microsoft Macintosh PowerPoint</Application>
  <PresentationFormat>宽屏</PresentationFormat>
  <Paragraphs>59</Paragraphs>
  <Slides>12</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12</vt:i4>
      </vt:variant>
    </vt:vector>
  </HeadingPairs>
  <TitlesOfParts>
    <vt:vector size="16" baseType="lpstr">
      <vt:lpstr>Aptos</vt:lpstr>
      <vt:lpstr>Aptos Display</vt:lpstr>
      <vt:lpstr>Arial</vt:lpstr>
      <vt:lpstr>Office Theme</vt:lpstr>
      <vt:lpstr>Understanding and Applying DevOps Principles</vt:lpstr>
      <vt:lpstr>Team details</vt:lpstr>
      <vt:lpstr>Background of the organization</vt:lpstr>
      <vt:lpstr>Task 1 - Identify list of challenges</vt:lpstr>
      <vt:lpstr>Task 1 - Challenge 1 - Communication</vt:lpstr>
      <vt:lpstr>Task 1 - Challenge 2 – Business area</vt:lpstr>
      <vt:lpstr>Task 1 - Challenge 3 – ?????</vt:lpstr>
      <vt:lpstr>Task 2 - Plan - Communication</vt:lpstr>
      <vt:lpstr>Task 2 - Plan – Business Area</vt:lpstr>
      <vt:lpstr>Task 3 – Continuous Improvement - Evaluate the plans you have made so far considering the third way:  </vt:lpstr>
      <vt:lpstr>Task 3 – Continuous Improvement – Suggest new items to the plan </vt:lpstr>
      <vt:lpstr>Task 3 – Continuous Improvement – Suggest improvement for the complete plan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Marjahan Begum</dc:creator>
  <cp:lastModifiedBy>kozeki44ui@outlook.com</cp:lastModifiedBy>
  <cp:revision>12</cp:revision>
  <dcterms:created xsi:type="dcterms:W3CDTF">2025-10-04T17:29:02Z</dcterms:created>
  <dcterms:modified xsi:type="dcterms:W3CDTF">2026-10-08T14:20:07Z</dcterms:modified>
</cp:coreProperties>
</file>